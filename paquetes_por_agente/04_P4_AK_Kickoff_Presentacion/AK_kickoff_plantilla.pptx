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comunicación del entendimiento, NO de evaluación. Supuestos entre comillas literales. Falta de dato = 'No evidenciado'.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de 3 cajas conectadas por flechas. Cada caja con cita. Falta de info = 'No evidenciado' en esa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VIRF · Kick-off — Presentación de entendimiento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Alcance y Limitaciones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‹nombre›  ·  Código: ‹código›  ·  Tipo: ‹Mercado/VaR · Crédito/IFRS9 · ALM/IRRBB · LaR · Operacional · Genérico›  ·  Tier: ‹1/2/3›  ·  Ciclo: ‹periódica AAAA-SN›  ·  Corte: ‹AAAA-MM-DD›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754880"/>
          </a:xfrm>
          <a:prstGeom prst="roundRect">
            <a:avLst>
              <a:gd name="adj" fmla="val 1154"/>
            </a:avLst>
          </a:prstGeom>
          <a:solidFill>
            <a:srgbClr val="F4F6F8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de negocio (qué decisión soporta): ‹…› [cita: entendimiento &gt; § &gt; p.]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declarado y autorizado: ‹…› [cita]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(productos / carteras / mesas): ‹…› [cita]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punto lleva su cita al entendimiento (A4_paso0.md).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94960" cy="4754880"/>
          </a:xfrm>
          <a:prstGeom prst="roundRect">
            <a:avLst>
              <a:gd name="adj" fmla="val 1154"/>
            </a:avLst>
          </a:prstGeom>
          <a:solidFill>
            <a:srgbClr val="F4F6F8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y limitaciones — TRANSCRIPCIÓN LITERAL entre comillas (no se reformulan):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“‹supuesto exacto tal como aparece en el manual›” [cita]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“‹limitación / condición de uso válida›” [cita]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abiertas de la validación anterior (si se adjuntó el informe): ‹obs› — estado: ‹Vigente en plazo / Vencida› [cita]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faltante → escribir “No evidenciado” (nunca se rellena por analogía).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VIRF · Kick-off — Presentación de entendimiento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Flujo de datos  (Input → Tratamiento → Usuarios)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Modelo: ‹nombre›  ·  Código: ‹código›  ·  Tipo: ‹Mercado/VaR · Crédito/IFRS9 · ALM/IRRBB · LaR · Operacional · Genérico›  ·  Tier: ‹1/2/3›  ·  Ciclo: ‹periódica AAAA-SN›  ·  Corte: ‹AAAA-MM-DD›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383280" cy="2926080"/>
          </a:xfrm>
          <a:prstGeom prst="roundRect">
            <a:avLst>
              <a:gd name="adj" fmla="val 1875"/>
            </a:avLst>
          </a:prstGeom>
          <a:solidFill>
            <a:srgbClr val="F4F6F8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 Datos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Fuentes, sistemas y tablas de origen.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‹fuente / sistema / tabla› [cita]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falta: “No evidenciado”.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383280" cy="2926080"/>
          </a:xfrm>
          <a:prstGeom prst="roundRect">
            <a:avLst>
              <a:gd name="adj" fmla="val 1875"/>
            </a:avLst>
          </a:prstGeom>
          <a:solidFill>
            <a:srgbClr val="F4F6F8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y resultado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14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y output producido.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‹transformación → output› [cita]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falta: “No evidenciado”.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011680"/>
            <a:ext cx="3383280" cy="2926080"/>
          </a:xfrm>
          <a:prstGeom prst="roundRect">
            <a:avLst>
              <a:gd name="adj" fmla="val 1875"/>
            </a:avLst>
          </a:prstGeom>
          <a:solidFill>
            <a:srgbClr val="F4F6F8"/>
          </a:solidFill>
          <a:ln w="12700">
            <a:solidFill>
              <a:srgbClr val="D6DA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Finales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51460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Destinatario, foro/sistema y periodicidad.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‹destinatario · foro · periodicidad› [cita]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falta: “No evidenciado”.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154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1546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por caja cuando el detalle no cabe en la celda. Cada caja cita su fuente; ninguna se rellena por analogía.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2026-09-18T17:27:23Z</dcterms:created>
  <dcterms:modified xsi:type="dcterms:W3CDTF">2026-09-18T17:27:23Z</dcterms:modified>
</cp:coreProperties>
</file>